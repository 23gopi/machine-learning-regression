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132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702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8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89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607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29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579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58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99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347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00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28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45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576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6782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4943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5433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17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1928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Boosting Algorithms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AdaBoost, XGBoost, LightGBM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Adaptive Boosting</a:t>
            </a:r>
          </a:p>
          <a:p>
            <a:r>
              <a:t>Focus on errors</a:t>
            </a:r>
          </a:p>
          <a:p>
            <a:r>
              <a:t>Sequential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-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Assign weights</a:t>
            </a:r>
          </a:p>
          <a:p>
            <a:r>
              <a:t>Increase error weights</a:t>
            </a:r>
          </a:p>
          <a:p>
            <a:r>
              <a:t>Combine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-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Simple</a:t>
            </a:r>
          </a:p>
          <a:p>
            <a:r>
              <a:t>Decision stumps</a:t>
            </a:r>
          </a:p>
          <a:p>
            <a:r>
              <a:t>Sensitive to 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- 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Easy to use</a:t>
            </a:r>
          </a:p>
          <a:p>
            <a:r>
              <a:t>Improves accuracy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- Disadvantages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Noise sensitive</a:t>
            </a:r>
          </a:p>
          <a:p>
            <a:r>
              <a:t>Overfitting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AdaBoost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5775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92626" y="3061252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Weak Learner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4187687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Weight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76661" y="2445026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Final Model</a:t>
            </a:r>
          </a:p>
        </p:txBody>
      </p:sp>
      <p:cxnSp>
        <p:nvCxnSpPr>
          <p:cNvPr id="8" name="Straight Arrow Connector 7"/>
          <p:cNvCxnSpPr>
            <a:stCxn id="3" idx="3"/>
            <a:endCxn id="4" idx="1"/>
          </p:cNvCxnSpPr>
          <p:nvPr/>
        </p:nvCxnSpPr>
        <p:spPr>
          <a:xfrm>
            <a:off x="1974575" y="2286000"/>
            <a:ext cx="318051" cy="1232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4" idx="3"/>
            <a:endCxn id="5" idx="1"/>
          </p:cNvCxnSpPr>
          <p:nvPr/>
        </p:nvCxnSpPr>
        <p:spPr>
          <a:xfrm>
            <a:off x="4121426" y="3518452"/>
            <a:ext cx="450574" cy="112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3"/>
            <a:endCxn id="6" idx="1"/>
          </p:cNvCxnSpPr>
          <p:nvPr/>
        </p:nvCxnSpPr>
        <p:spPr>
          <a:xfrm flipV="1">
            <a:off x="6400800" y="2902226"/>
            <a:ext cx="675861" cy="1742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Optimized boosting</a:t>
            </a:r>
          </a:p>
          <a:p>
            <a:r>
              <a:t>High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-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Gradient descent</a:t>
            </a:r>
          </a:p>
          <a:p>
            <a:r>
              <a:t>Sequential trees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-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Regularization</a:t>
            </a:r>
          </a:p>
          <a:p>
            <a:r>
              <a:t>Parallel 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- 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Accurate</a:t>
            </a:r>
          </a:p>
          <a:p>
            <a:r>
              <a:t>Scalable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- Disadvantages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Complex tuning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7131" y="377687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Tree1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6713" y="22860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Tree2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3200" y="3922644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Prediction</a:t>
            </a:r>
          </a:p>
        </p:txBody>
      </p:sp>
      <p:cxnSp>
        <p:nvCxnSpPr>
          <p:cNvPr id="10" name="Elbow Connector 9"/>
          <p:cNvCxnSpPr>
            <a:endCxn id="4" idx="1"/>
          </p:cNvCxnSpPr>
          <p:nvPr/>
        </p:nvCxnSpPr>
        <p:spPr>
          <a:xfrm rot="16200000" flipH="1">
            <a:off x="410817" y="3087756"/>
            <a:ext cx="1490870" cy="8017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4" idx="3"/>
            <a:endCxn id="5" idx="1"/>
          </p:cNvCxnSpPr>
          <p:nvPr/>
        </p:nvCxnSpPr>
        <p:spPr>
          <a:xfrm flipV="1">
            <a:off x="3385931" y="2743200"/>
            <a:ext cx="960782" cy="1490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stCxn id="5" idx="3"/>
            <a:endCxn id="6" idx="0"/>
          </p:cNvCxnSpPr>
          <p:nvPr/>
        </p:nvCxnSpPr>
        <p:spPr>
          <a:xfrm>
            <a:off x="6175513" y="2743200"/>
            <a:ext cx="1292087" cy="11794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Fast boosting</a:t>
            </a:r>
          </a:p>
          <a:p>
            <a:r>
              <a:t>Efficient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-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Leaf-wise growth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-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Histogram based</a:t>
            </a:r>
          </a:p>
          <a:p>
            <a:r>
              <a:t>Low memory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- 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Fast</a:t>
            </a:r>
          </a:p>
          <a:p>
            <a:r>
              <a:t>Accurate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- Disadvantages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Overfitting risk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LightGBM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12573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0905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Leaf 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90052" y="414793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Best Split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2573" y="414793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Model</a:t>
            </a:r>
          </a:p>
        </p:txBody>
      </p:sp>
      <p:cxnSp>
        <p:nvCxnSpPr>
          <p:cNvPr id="8" name="Straight Arrow Connector 7"/>
          <p:cNvCxnSpPr>
            <a:stCxn id="3" idx="3"/>
            <a:endCxn id="4" idx="1"/>
          </p:cNvCxnSpPr>
          <p:nvPr/>
        </p:nvCxnSpPr>
        <p:spPr>
          <a:xfrm>
            <a:off x="3041373" y="2286000"/>
            <a:ext cx="1709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" idx="2"/>
          </p:cNvCxnSpPr>
          <p:nvPr/>
        </p:nvCxnSpPr>
        <p:spPr>
          <a:xfrm>
            <a:off x="5665305" y="2743200"/>
            <a:ext cx="0" cy="1404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5" idx="1"/>
          </p:cNvCxnSpPr>
          <p:nvPr/>
        </p:nvCxnSpPr>
        <p:spPr>
          <a:xfrm flipH="1">
            <a:off x="3041373" y="4605130"/>
            <a:ext cx="18486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AdaBoost: Simple</a:t>
            </a:r>
          </a:p>
          <a:p>
            <a:r>
              <a:t>XGBoost: Accurate</a:t>
            </a:r>
          </a:p>
          <a:p>
            <a:r>
              <a:t>LightGBM: Fast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World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AdaBoost: Face detection</a:t>
            </a:r>
          </a:p>
          <a:p>
            <a:r>
              <a:t>XGBoost: Fraud detection</a:t>
            </a:r>
          </a:p>
          <a:p>
            <a:r>
              <a:t>LightGBM: Recommendation systems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909</TotalTime>
  <Words>158</Words>
  <Application>Microsoft Office PowerPoint</Application>
  <PresentationFormat>On-screen Show (4:3)</PresentationFormat>
  <Paragraphs>87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Century Gothic</vt:lpstr>
      <vt:lpstr>Wingdings 3</vt:lpstr>
      <vt:lpstr>Ion</vt:lpstr>
      <vt:lpstr>Boosting Algorithms</vt:lpstr>
      <vt:lpstr>AdaBoost - Overview</vt:lpstr>
      <vt:lpstr>AdaBoost - Working</vt:lpstr>
      <vt:lpstr>AdaBoost - Features</vt:lpstr>
      <vt:lpstr>AdaBoost - Advantages</vt:lpstr>
      <vt:lpstr>AdaBoost - Disadvantages</vt:lpstr>
      <vt:lpstr>AdaBoost Flow</vt:lpstr>
      <vt:lpstr>XGBoost - Overview</vt:lpstr>
      <vt:lpstr>XGBoost - Working</vt:lpstr>
      <vt:lpstr>XGBoost - Features</vt:lpstr>
      <vt:lpstr>XGBoost - Advantages</vt:lpstr>
      <vt:lpstr>XGBoost - Disadvantages</vt:lpstr>
      <vt:lpstr>XGBoost Flow</vt:lpstr>
      <vt:lpstr>LightGBM - Overview</vt:lpstr>
      <vt:lpstr>LightGBM - Working</vt:lpstr>
      <vt:lpstr>LightGBM - Features</vt:lpstr>
      <vt:lpstr>LightGBM - Advantages</vt:lpstr>
      <vt:lpstr>LightGBM - Disadvantages</vt:lpstr>
      <vt:lpstr>LightGBM Flow</vt:lpstr>
      <vt:lpstr>Comparison</vt:lpstr>
      <vt:lpstr>Real World Use Cases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Boosting Algorithms</dc:title>
  <dc:subject/>
  <dc:creator/>
  <cp:keywords/>
  <dc:description>generated using python-pptx</dc:description>
  <cp:lastModifiedBy>Microsoft account</cp:lastModifiedBy>
  <cp:revision>3</cp:revision>
  <dcterms:created xsi:type="dcterms:W3CDTF">2013-01-27T09:14:16Z</dcterms:created>
  <dcterms:modified xsi:type="dcterms:W3CDTF">2026-03-18T04:41:57Z</dcterms:modified>
  <cp:category/>
</cp:coreProperties>
</file>